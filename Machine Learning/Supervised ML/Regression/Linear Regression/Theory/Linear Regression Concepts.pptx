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A7A8-4C29-C692-E84C-650107024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8498C-3A78-F0AB-50F6-240944DAD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943BA-AC93-515A-9F7F-D7256019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A36F2-5F60-6C0B-2782-ADD025B2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A4B3-731D-DAB2-F4B2-1340E348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6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A4372-90D0-3D05-C42E-3EE1C326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E69D9-616D-449F-81CE-EEABDD26A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1456C-6799-5291-8989-C7115055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7EDDA-A424-DF7C-F433-3AAF6CAF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2DB03-EB47-1991-4998-F3CC6D1B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35D37-E066-4F68-290A-C40B19E2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42C19-F118-1B86-9937-DBF8A8627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356AF-8975-D75E-60C4-36112613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91F4A-55E6-A680-8536-C69B0751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4C8B5-D028-EC05-CE34-0957277E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4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6597-9E17-3E82-6C96-CED7E9EF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78CDD-FE5E-F43B-9B91-B6045DCE4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3FD1-A692-085B-9FE3-0F0F14E8E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C1FCA-3170-AB6D-2A07-FC081600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25B98-2E84-1D0E-78E7-4A891D2E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0A382-1E9C-A7C6-6B97-EB7439F6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9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31E9-6A8C-3A72-93D6-92F32D73A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A17EE-92F4-3BC8-641F-F7BC8E9A4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26747-4F89-0B0E-0ED6-758551EAB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E3626-B0E1-6936-C6F0-3F178AC90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2D8F4-55CD-E11E-E6E0-A800D254A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882ACF-46F1-81A4-0B23-79B82797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2658D-81CF-C8ED-719E-18C8F45D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ACB8CA-A722-98BC-BFF6-F649857A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4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9328-A98E-7668-D187-D2C2A85A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C4554-12EF-D17F-22C0-D899FAA1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07F5D-E1DB-3C17-0ED7-A9FE96C7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82949-DE93-7FA1-11D3-27D1653C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4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4682F-EE0B-F5E1-68AC-47B2249E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78C1E-4A53-9215-50E4-D04E6E7E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52071-F8B5-BF9A-1D02-AA1F2768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3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17EC-4D94-5A64-9382-AB802252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E443B-D6F3-2F65-07CC-725E93481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B37DB-EE36-7E50-90EF-5912E9DC3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8B7C6-D6B3-DEBD-9C52-FEA2B881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1A65B-2A83-631C-CFAA-D90F1A6A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E29A8-4829-BEAD-B553-59E3BE3F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0040-7064-8E8A-45B4-B834EBCC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858DA-B541-E7A9-78C8-6B9E7663C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036D4-7D3B-83E7-F148-3E3CAEDDF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97B85-4716-051C-47DC-C83E2F00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20D00-3CA1-79AA-14B7-0491B7A7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F9E1D-944F-5EEF-1094-89F36993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41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92E3-3740-59BE-80D4-89094FD9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5FC0E-CB4F-192B-06FA-26872D1E8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D3D0-B456-70DE-5D6E-8CEB4EE3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CD1B-77F3-B6B1-8D52-47F497B9E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7D32D-AC96-78F3-F374-5321BBD2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7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843E8A-492C-09DC-1497-D2EB44D31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9A4E3-2F5E-31A3-1F2F-09943DCD8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326CC-20E0-64FD-EE4E-91769120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7CCCE-55AF-6197-FCBD-01200424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18EDF-A6AD-FC1C-13D7-4E43406E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1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C342F-7C05-33BC-1D0C-86631704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21E09-96C8-C2DF-4663-AF86FB217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8BFF0-065E-3F27-026D-7FA515A4B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77ECF-CF6C-468C-AEEE-EC39AB6FF0F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60FF8-90E9-BFCD-33C9-24E688508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829B1-66D6-8BCB-370A-E16990AD9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9CBF5-3F2B-459F-A905-5C588C0F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15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0422-2BA7-0C24-CB6A-55D2C72D9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E798D-D7C2-2745-0FA7-5C7AE80A8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04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اكرم كامل عامر</dc:creator>
  <cp:lastModifiedBy>احمد اكرم كامل عامر</cp:lastModifiedBy>
  <cp:revision>1</cp:revision>
  <dcterms:created xsi:type="dcterms:W3CDTF">2025-07-31T14:41:54Z</dcterms:created>
  <dcterms:modified xsi:type="dcterms:W3CDTF">2025-07-31T16:01:10Z</dcterms:modified>
</cp:coreProperties>
</file>